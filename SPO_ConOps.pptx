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7315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Operations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 (SPO)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2004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[Month Year]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– FOR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9576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399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background, and strategic alignment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3852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" y="1901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Goals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2157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end-state and measurable objectives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974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2660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2916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workloads, user groups, and exclusions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19272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56432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3675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site, and hub structure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78224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1538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Services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" y="4434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SPO capabilities to be enabled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179576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5504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Roles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75504" y="1399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responsibilities, and decision rights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801368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93852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1901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75504" y="2157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DLP, retention, and access controls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560320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6974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75504" y="2660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Training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75504" y="2916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management, training plan, and KPIs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319272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456432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75504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75504" y="3675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timeline and milestones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078224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421538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75504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75504" y="4434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and owners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80560" y="1097280"/>
            <a:ext cx="0" cy="3840480"/>
          </a:xfrm>
          <a:prstGeom prst="line">
            <a:avLst/>
          </a:prstGeom>
          <a:noFill/>
          <a:ln w="12700">
            <a:solidFill>
              <a:srgbClr val="C5D5D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A8D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of Operations (ConOps) defines how [Organization Name] will deploy, govern, and operate Microsoft SharePoint Online (SPO) as its primary platform for document management, team collaboration, and intranet services.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697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688336"/>
            <a:ext cx="2514600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file shares and on-premises SharePoint reaching end of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licenses already procured org-wide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mandate to modernize collaboration &amp; reduce IT overhead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2286000"/>
            <a:ext cx="2697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228600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Drivers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2688336"/>
            <a:ext cx="2514600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anywhere, anytime access to content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storage costs and hardware footprint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search, discoverability, and version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hybrid/remote workforce productivity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286000"/>
            <a:ext cx="2697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286000"/>
            <a:ext cx="2697480" cy="347472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2688336"/>
            <a:ext cx="2514600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Digital Transformation Strategy FY25–27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Zero Trust and cloud-first security posture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shadow IT through sanctioned collaboration tools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Goals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64592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unified, governed digital workplace where all employees can securely create, find, and collaborate on content — from any device, at any time."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24231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authoritative platform for documents, replacing legacy shares and unsanctioned tools.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23317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24231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75888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Governance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teams to create and manage sites within guardrails, reducing IT tickets.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23317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99048" y="24231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0528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Findability &amp; 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9048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locate the right content in &lt;30 seconds through metadata, search, and navigation.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" y="37033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content subject to retention, DLP, and conditional access policies.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0" y="361188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64408" y="37033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7588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≥ 80%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64408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80% of targeted users actively using SPO within 6 months of rollout.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361188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99048" y="37033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904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1052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99048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cadence for governance, feature updates, and user feedback.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347472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6128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M365-licensed employees and contractors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libraries replacing legacy file shares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sites for project &amp; departmental collaboration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sites for intranet &amp; announcements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for Business (personal storage)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Hub Sites and navigation 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flows connected to SPO lists/libraries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sharing (governed, with guest access controls)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14300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16128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Out of 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1545336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(governed separately – see Teams ConOps)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on-premises migration (addressed in Migration Plan)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SharePoint add-ins not approved by 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/ Outlook configuration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/ Power BI (separate CONOPs)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Engage / Yammer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external websites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818888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18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GROUPS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20240" y="4818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FTE  •  Part-time staff  •  Approved contractors  •  External guests (limited)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749040"/>
          </a:xfrm>
          <a:prstGeom prst="rect">
            <a:avLst/>
          </a:prstGeom>
          <a:solidFill>
            <a:srgbClr val="EBF5FB"/>
          </a:solidFill>
          <a:ln w="19050">
            <a:solidFill>
              <a:srgbClr val="A9C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TENANT  —  [org].sharepoint.com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8288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Hub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288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Hub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18288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Hub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463040"/>
            <a:ext cx="1828800" cy="4572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Hub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Site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Site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Site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Site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Site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1228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Ctr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1228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640080"/>
            <a:ext cx="228600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21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0" y="640080"/>
            <a:ext cx="22860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0" y="621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Site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Services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check-in/out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Co-authoring with Office apps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tagging &amp; content types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IRM/sensitivity labels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9728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lists replacing spreadsheets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forms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column formatting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09728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Discovery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5624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Search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refiners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results / bookmarks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 &amp; expertise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2697480" cy="347472"/>
          </a:xfrm>
          <a:prstGeom prst="rect">
            <a:avLst/>
          </a:prstGeom>
          <a:solidFill>
            <a:srgbClr val="1A6E9A"/>
          </a:solidFill>
          <a:ln w="12700">
            <a:solidFill>
              <a:srgbClr val="1A6E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Sites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news and announcements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Brand-compliant templates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targeting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publishing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90672"/>
            <a:ext cx="2697480" cy="347472"/>
          </a:xfrm>
          <a:prstGeom prst="rect">
            <a:avLst/>
          </a:prstGeom>
          <a:solidFill>
            <a:srgbClr val="1A5076"/>
          </a:solidFill>
          <a:ln w="12700">
            <a:solidFill>
              <a:srgbClr val="1A50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Permissions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enforcement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guest access (governed)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link expiration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 inheritance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25896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3090672"/>
            <a:ext cx="2697480" cy="3474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Retention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35624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labels &amp; policies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policy enforcement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hold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Roles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Governance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– Strategic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IT Steering Committee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overall SPO policies &amp; standards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hub site creation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license &amp; cost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3716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71600"/>
            <a:ext cx="2697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– Operational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7007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SharePoint Admins / IA Team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64408" y="2029968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tenant configuration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governance policies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site lifecycle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content types &amp; taxonomy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3716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371600"/>
            <a:ext cx="2697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– Tactical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17336" y="17007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Site Owners / Power Users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17336" y="2029968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site content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permissions within site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compliance at site level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adoption in business units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 (RACI Summary)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59936"/>
          <a:ext cx="85039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00200"/>
                <a:gridCol w="1600200"/>
                <a:gridCol w="16002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Owner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Policy Approval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Site Creation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Site Provisioning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Conditional Access policies for all SPO access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enforced for all users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permissions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access reviews (quarterly)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9728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sharing enabled per site, governed centrally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access requires IT approval workflow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links set to expire (default: 30 days)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 restrict sharing on classified content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09728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5624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DLP policies applied tenant-wide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PCI, and classified data automatically flagged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education tips on policy violations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alerts routed to Security Operations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2697480" cy="347472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Records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retention labels applied by content type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process integrated with Compliance Center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 and locked in Records Hub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review workflow for expired content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90672"/>
            <a:ext cx="2697480" cy="347472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Monitoring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audit log enabled and retained 1 year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and permission change alerts configured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compliance dashboard reviewed by ISSO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via Microsoft Defender for Cloud Apps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25896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3090672"/>
            <a:ext cx="2697480" cy="347472"/>
          </a:xfrm>
          <a:prstGeom prst="rect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35624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Public / Internal / Confidential / Restricted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inherited by items within labeled libraries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applied automatically on Confidential/Restricted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aligned to org-wide information classification policy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Training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sponsorship communicated via all-hands &amp; email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Champions recruited (1 per business unit)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group of 50 users before full rollout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monthly pulse surveys in Year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runbook and FAQ published on Intranet Hub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155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499616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e-learning module (60 min) for all staff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workshops for Site Owners &amp; Power Users (half-day)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cards and how-to video library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channel for ongoing Q&amp;A and tips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refresher training + new feature bulletins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Adoption KPIs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by Month 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6888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share traffic reduction by Month 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tickets after Month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4.0/5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665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score target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– Phased Delivery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109728"/>
          </a:xfrm>
          <a:prstGeom prst="rect">
            <a:avLst/>
          </a:prstGeom>
          <a:solidFill>
            <a:srgbClr val="C5D5DF"/>
          </a:solidFill>
          <a:ln w="12700">
            <a:solidFill>
              <a:srgbClr val="C5D5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298448"/>
            <a:ext cx="329184" cy="329184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37360"/>
            <a:ext cx="196596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|  Months 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governance policies configured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site architecture built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 group onboarded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 developed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29844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737360"/>
            <a:ext cx="196596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 |  Months 3–5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file share content migrated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team sites provisioned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content types applied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&amp; retention labels deployed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04104" y="129844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144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1737360"/>
            <a:ext cx="19659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 |  Months 6–8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72584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user rollout &amp; training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sites launched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workflows activated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support model activated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34656" y="1298448"/>
            <a:ext cx="329184" cy="329184"/>
          </a:xfrm>
          <a:prstGeom prst="ellipse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11696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11696" y="1737360"/>
            <a:ext cx="1965960" cy="566928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03136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 |  Months 9–12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03136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analytics reviewed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tuning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(Viva, Copilot) scoped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roadmap planned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25296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ConOps Review &amp; Approval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53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IT Steering Committee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1600200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4708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Documentation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75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SPO Admin / IA Team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0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2221992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688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432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Configuration Sprint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697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SPO Admin Team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0" y="2478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" y="2843784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054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Group Selection &amp; Onboarding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319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Dept. Champions + 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0" y="3099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" y="3465576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 Completed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9410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L&amp;D + SPO Admin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98080" y="3721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" y="4087368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334256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Go/No-Go Decision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IT Steering Committee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980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|  Contact: [SharePoint Admin Team]  |  [email@org.gov]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Online – Concept of Operations</dc:title>
  <dc:subject>PptxGenJS Presentation</dc:subject>
  <dc:creator>PptxGenJS</dc:creator>
  <cp:lastModifiedBy>PptxGenJS</cp:lastModifiedBy>
  <cp:revision>1</cp:revision>
  <dcterms:created xsi:type="dcterms:W3CDTF">2026-03-11T00:49:27Z</dcterms:created>
  <dcterms:modified xsi:type="dcterms:W3CDTF">2026-03-11T00:49:27Z</dcterms:modified>
</cp:coreProperties>
</file>